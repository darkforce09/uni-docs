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sv-S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9128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102572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889661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62159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4093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09410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0830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2454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3534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00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1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b="1"/>
          </a:p>
        </p:txBody>
      </p:sp>
      <p:sp>
        <p:nvSpPr>
          <p:cNvPr id="896361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120851-969E-A7A8-A634-6D63618EE2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980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543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658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2DBB65-A886-5D3D-5FC0-DA7D8435C0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315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327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174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B8A0A4-D2F4-6D0D-F15A-982F8B6CA3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124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036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604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D076E-4FA0-E2FD-7BC5-CC65DD2E3A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4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347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9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CB7179-73EB-533E-3FCC-201ED55467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75043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71194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887720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0901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98800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726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47594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89021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31061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85539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28771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83734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35173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3486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244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3175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40578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3991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13137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215280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28915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195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43860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76031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91182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242071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20603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60967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22529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32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711904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4701790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570021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278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555989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659598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4990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653987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56696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42925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46462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5543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59504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006321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046226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54800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47422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42371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160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40854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6294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26290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7542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88059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12431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92277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59712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8916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10952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14691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624096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50373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3611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60569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461962" y="783432"/>
            <a:ext cx="11268074" cy="1268411"/>
          </a:xfrm>
        </p:spPr>
        <p:txBody>
          <a:bodyPr/>
          <a:lstStyle/>
          <a:p>
            <a:pPr>
              <a:defRPr/>
            </a:pPr>
            <a:r>
              <a:rPr lang="sv-SE" sz="4800">
                <a:solidFill>
                  <a:srgbClr val="0070C0"/>
                </a:solidFill>
              </a:rPr>
              <a:t>Muntligt examinationsseminarium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80499197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2774156"/>
            <a:ext cx="9144000" cy="654842"/>
          </a:xfrm>
        </p:spPr>
        <p:txBody>
          <a:bodyPr/>
          <a:lstStyle/>
          <a:p>
            <a:pPr algn="l">
              <a:defRPr/>
            </a:pPr>
            <a:r>
              <a:rPr lang="sv-SE">
                <a:solidFill>
                  <a:srgbClr val="0070C0"/>
                </a:solidFill>
              </a:rPr>
              <a:t>Fall 2</a:t>
            </a:r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3136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Datainsamling</a:t>
            </a:r>
            <a:endParaRPr/>
          </a:p>
        </p:txBody>
      </p:sp>
      <p:sp>
        <p:nvSpPr>
          <p:cNvPr id="143311638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Smärtskattning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Abbey Pain Scale (ej VAS på grund av kognitiv svikt).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Munhälsa &amp; Risker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Senior Alert (ROAG för munstatus).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Beteende (BPSD)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Utåtagerande vid omvårdnad (dusch/munvård).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Livsberättelse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Finsk bakgrund, tidigare företagare.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Närstående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Sari upplever skuld och maktlöshet.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904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Omvårdnadsåtgärder</a:t>
            </a:r>
            <a:endParaRPr/>
          </a:p>
        </p:txBody>
      </p:sp>
      <p:sp>
        <p:nvSpPr>
          <p:cNvPr id="164720248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Smärta &amp; Munhälsa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Åtgärder utifrån Abbey Pain Scale och ROAG (ex. smärtlindring före hygien).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Evidensbaserad BPSD-vård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Starta strukturerad BPSD-registrering för att hitta triggers.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Personcentrerad hygien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Nollvisionen vid dusch (finsk musik, anpassad tid, alternativ tvätt).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Närstående (Sari)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Edukation om FTLD och stödsamtal för att minska skuld.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Teamet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Återinföra teamträffar för samsyn och trygghet i Nollvisionen.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7548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Utvärdering</a:t>
            </a:r>
            <a:endParaRPr/>
          </a:p>
        </p:txBody>
      </p:sp>
      <p:sp>
        <p:nvSpPr>
          <p:cNvPr id="84862864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Smärta &amp; Munstatus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Ny skattning med Abbey Pain Scale och ROAG.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Beteendesymtom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Följa upp BPSD-registreringen (har utåtagerande minskat?).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Närstående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Uppföljande samtal med Sari (mående och besöksfrekvens?).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Teamet</a:t>
            </a: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Utvärdera samsyn och arbetsmiljö vid teamträffar.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3862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Diskussionsfrågor</a:t>
            </a:r>
            <a:endParaRPr/>
          </a:p>
        </p:txBody>
      </p:sp>
      <p:sp>
        <p:nvSpPr>
          <p:cNvPr id="12158618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Hur kan vi i teamet upprätthålla Nollvisionen och undvika tvångs- och begränsningsåtgärder när basala hygienbehov, som munvård och dusch, blir lidande?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Sari känner stor skuld och skam över situationen. Hur kan vi arbeta personcentrerat för att stödja henne och göra henne till en resurs i Mikkos vård igen?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552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v-S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Referenser</a:t>
            </a:r>
            <a:endParaRPr/>
          </a:p>
        </p:txBody>
      </p:sp>
      <p:sp>
        <p:nvSpPr>
          <p:cNvPr id="15529652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Edberg, A.-K., &amp; Wijk, H. (Red.). (2019). Omvårdnadens grunder: Hälsa och ohälsa (3:e uppl.). Studentlitteratur.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Socialstyrelsen. (2017). Nationella riktlinjer för vård och omsorg vid demenssjukdom: Stöd för styrning och ledning. Socialstyrelsen.</a:t>
            </a: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sv-S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sv-S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Svensk sjuksköterskeförening. (2015). Personcentrerad vård. Svensk sjuksköterskeförening.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2026-04-28T12:35:06Z</dcterms:modified>
</cp:coreProperties>
</file>